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2D82-4779-B55C-0511-1CADF8FA4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659EB-C8DF-42E1-23DC-A5CA5BA1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F5840-8407-C090-218C-724E156C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1CED3-2076-3F5D-5D8D-A42D8E68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3C58C-CBD0-9173-1F1E-ABD99FA1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81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32BC-121E-7014-189B-6B5B63A1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6AC7-424E-28B2-EEEA-8007087EB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74714-5EED-2D4A-59D7-B2BA7949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78EEF-E8DC-1645-D8AB-C5F9F8DC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3C38-7B65-CCA3-1B97-D0059DCA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81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C4EF-B54F-2E71-898E-D793B0D5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936DE-139B-40FC-C7DF-359978154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FCB8F-34EF-F679-0F87-121828BE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87078-699D-2D0B-9FD8-F864E03D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07A9-75A2-AE78-5F26-B8BCB920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70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C652-E74B-5D0E-B06B-AAAF8951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CBD5-81A1-33A5-941B-667A7E6E0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6F749-9BEC-9D1E-407B-7910A6414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ACE16-4D29-0A33-BDD2-D83FF56F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E094C-3713-FC5A-0981-986E3C70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DB532-1EE6-B664-78D2-E52CDD52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80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D19F-4280-5CB9-5232-7CA64ED5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AFD2D-31FE-01C1-68AD-C4BAC9F9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3A671-F053-D959-F9E4-E1FF758A6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111CE-F748-8D57-2CA3-397671677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E4299-24E6-CE89-3615-9C4117F40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97B1C-3887-B324-726A-FB36680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FA58A-36F2-7456-6BF4-B437D8BE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8EA00-FAE7-C34D-6F15-95A3E959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3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38CD-7F29-5AFB-80A3-8BA8C7B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14309-53AC-F836-20CD-7FF068FA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23557-6C9D-193D-9E87-37C91AB0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406FC-7AD2-60BB-050E-117BEA9C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10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32908-CE4A-CA8B-7A67-B61592AA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912D0-36D9-9A71-F62E-15C9C227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FCA9D-D20F-36C9-84C0-34B8468D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06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5A31-A3F5-C1C8-2C83-3A7A26F4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367C-9799-42BD-C2A8-B1C12836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8F0C4-876F-955D-8165-70C234B7D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3390C-070A-7A46-0C65-7C7A6689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9A710-3724-53DC-7A93-FADC86F4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C46D7-20F2-A5B7-BEB1-1E3A5361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84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483-8432-53BA-9315-47C1DEF7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A23155-8090-A815-CB70-F5EC921F4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4AC86-3FFF-D4DF-F64D-ECE1ABADE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F0114-4530-3BED-CAE8-42064F37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1A1D5-B965-F60D-0D18-9DA7E001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EEC79-93E3-8B4E-F4BB-941CE59E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06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C1DB-8EF3-009B-DD76-E72D0CB2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0FDF4-1BB4-0841-A6E2-2E3E3EB46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55B92-FA13-3975-3C29-606C5DBB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6981A-328D-9561-93E9-47238C72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483F3-0DF6-9393-FE1F-C85BB7F6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32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C6546-98D1-3032-99E3-AB91F9EBE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54D96-5590-2520-BB5D-4F881B20A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0AFC1-66B8-8DBD-3961-29EEE4F7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3ADBA-C7A1-5FB3-BEDA-6C234057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A319-01D2-8181-02CC-4E2CAD5D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43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66F81-B56A-DB1A-989E-C5A5B407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6CC23-D5D9-19E4-2D1A-8C309FF3A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9236B-C705-C06B-60FE-33941FE50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A4B66-72B7-465E-91FB-8C5DE29BB22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B9E64-14DC-8C6F-B8E6-EE42AA068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1E29-E0A7-A7C8-2D1B-6B7B40610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E90F6-BC89-441D-ABAA-85B6F476E3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9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AA12-19DD-80C9-02BB-5A48166BA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3D2DC-8BFE-00A7-A528-F38F67AAF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0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3BA1DD-EE53-4B2B-A2A8-267BDB676F1A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Collision Engineers</dc:creator>
  <cp:lastModifiedBy>Collision Engineers</cp:lastModifiedBy>
  <cp:revision>2</cp:revision>
  <dcterms:created xsi:type="dcterms:W3CDTF">2026-07-13T08:18:29Z</dcterms:created>
  <dcterms:modified xsi:type="dcterms:W3CDTF">2026-07-13T08:26:39Z</dcterms:modified>
</cp:coreProperties>
</file>